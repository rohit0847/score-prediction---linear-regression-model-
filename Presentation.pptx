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EYA PANDEY" userId="b72bad06248edc35" providerId="LiveId" clId="{F6AA8884-67C1-436A-A518-6158D633F70B}"/>
    <pc:docChg chg="modSld">
      <pc:chgData name="REEYA PANDEY" userId="b72bad06248edc35" providerId="LiveId" clId="{F6AA8884-67C1-436A-A518-6158D633F70B}" dt="2026-09-27T15:55:56.437" v="22" actId="20577"/>
      <pc:docMkLst>
        <pc:docMk/>
      </pc:docMkLst>
      <pc:sldChg chg="modSp mod">
        <pc:chgData name="REEYA PANDEY" userId="b72bad06248edc35" providerId="LiveId" clId="{F6AA8884-67C1-436A-A518-6158D633F70B}" dt="2026-09-27T15:55:56.437" v="22" actId="20577"/>
        <pc:sldMkLst>
          <pc:docMk/>
          <pc:sldMk cId="0" sldId="256"/>
        </pc:sldMkLst>
        <pc:spChg chg="mod">
          <ac:chgData name="REEYA PANDEY" userId="b72bad06248edc35" providerId="LiveId" clId="{F6AA8884-67C1-436A-A518-6158D633F70B}" dt="2026-09-27T15:55:56.437" v="22" actId="20577"/>
          <ac:spMkLst>
            <pc:docMk/>
            <pc:sldMk cId="0" sldId="256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342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•  REGRESSION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Final Exam Score Prediction</a:t>
            </a:r>
            <a:endParaRPr lang="en-US" sz="3800" dirty="0"/>
          </a:p>
          <a:p>
            <a:pPr marL="0" indent="0" algn="ctr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Linear Regression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90956" y="279806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900684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00684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Pandey </a:t>
            </a:r>
          </a:p>
        </p:txBody>
      </p:sp>
      <p:sp>
        <p:nvSpPr>
          <p:cNvPr id="7" name="Shape 5"/>
          <p:cNvSpPr/>
          <p:nvPr/>
        </p:nvSpPr>
        <p:spPr>
          <a:xfrm>
            <a:off x="3470148" y="2820924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</p:sp>
      <p:sp>
        <p:nvSpPr>
          <p:cNvPr id="8" name="Text 6"/>
          <p:cNvSpPr/>
          <p:nvPr/>
        </p:nvSpPr>
        <p:spPr>
          <a:xfrm>
            <a:off x="3607308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07308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&amp; AIML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6772" y="2788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</p:sp>
      <p:sp>
        <p:nvSpPr>
          <p:cNvPr id="11" name="Text 9"/>
          <p:cNvSpPr/>
          <p:nvPr/>
        </p:nvSpPr>
        <p:spPr>
          <a:xfrm>
            <a:off x="6313932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13932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883396" y="2788920"/>
            <a:ext cx="2542032" cy="868680"/>
          </a:xfrm>
          <a:prstGeom prst="roundRect">
            <a:avLst>
              <a:gd name="adj" fmla="val 8421"/>
            </a:avLst>
          </a:prstGeom>
          <a:solidFill>
            <a:srgbClr val="2B3572"/>
          </a:solidFill>
          <a:ln/>
        </p:spPr>
      </p:sp>
      <p:sp>
        <p:nvSpPr>
          <p:cNvPr id="14" name="Text 12"/>
          <p:cNvSpPr/>
          <p:nvPr/>
        </p:nvSpPr>
        <p:spPr>
          <a:xfrm>
            <a:off x="9020556" y="2880360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→ TARGET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20556" y="3154680"/>
            <a:ext cx="226771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(hrs) → Exam Score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56716" y="4251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2868" y="4050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237286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48156" y="45079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(Input Feature)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064508" y="4649724"/>
            <a:ext cx="548640" cy="256032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21" name="Shape 19"/>
          <p:cNvSpPr/>
          <p:nvPr/>
        </p:nvSpPr>
        <p:spPr>
          <a:xfrm>
            <a:off x="4677156" y="4251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21C4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93308" y="4050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21C4A6"/>
          </a:solidFill>
          <a:ln/>
        </p:spPr>
      </p:sp>
      <p:sp>
        <p:nvSpPr>
          <p:cNvPr id="23" name="Text 21"/>
          <p:cNvSpPr/>
          <p:nvPr/>
        </p:nvSpPr>
        <p:spPr>
          <a:xfrm>
            <a:off x="589330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68596" y="45079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584948" y="4649724"/>
            <a:ext cx="548640" cy="256032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26" name="Shape 24"/>
          <p:cNvSpPr/>
          <p:nvPr/>
        </p:nvSpPr>
        <p:spPr>
          <a:xfrm>
            <a:off x="8197596" y="4251960"/>
            <a:ext cx="28346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3748" y="405079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/>
          <p:nvPr/>
        </p:nvSpPr>
        <p:spPr>
          <a:xfrm>
            <a:off x="9413748" y="40507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9036" y="45079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Exam</a:t>
            </a:r>
            <a:endParaRPr lang="en-US" sz="14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(Output)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regression model that estimates a student's final exam score from hours studied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we predict a student's final exam score based on the amount of time they spend studying?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Machine Learning — Regression problem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understand the relationship between study time and exam performance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this relationship from historical student data and predicts a numerical score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074920"/>
          <a:ext cx="5394960" cy="100584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study_time_hours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final_exam_score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A1F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188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15544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17920" y="169164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17920" y="22402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430768" y="1554480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430768" y="1691640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30768" y="224028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17920" y="295351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17920" y="309067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217920" y="363931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430768" y="2953512"/>
            <a:ext cx="2048256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430768" y="3090672"/>
            <a:ext cx="20482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430768" y="363931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(parental_education)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217920" y="4352544"/>
            <a:ext cx="426110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63500" dist="25400" dir="5400000" algn="bl" rotWithShape="0">
              <a:srgbClr val="44607A">
                <a:alpha val="15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217920" y="4489704"/>
            <a:ext cx="42611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217920" y="5038344"/>
            <a:ext cx="426110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Used After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58064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full dataset has 12 columns, but this model uses only one input feature — study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Model Training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715768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2990088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2990088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82896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9" name="Shape 7"/>
          <p:cNvSpPr/>
          <p:nvPr/>
        </p:nvSpPr>
        <p:spPr>
          <a:xfrm>
            <a:off x="5157216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157216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50024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2" name="Shape 10"/>
          <p:cNvSpPr/>
          <p:nvPr/>
        </p:nvSpPr>
        <p:spPr>
          <a:xfrm>
            <a:off x="7324344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324344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217152" y="1591056"/>
            <a:ext cx="256032" cy="201168"/>
          </a:xfrm>
          <a:prstGeom prst="rightArrow">
            <a:avLst/>
          </a:prstGeom>
          <a:solidFill>
            <a:srgbClr val="21295C"/>
          </a:solidFill>
          <a:ln/>
        </p:spPr>
      </p:sp>
      <p:sp>
        <p:nvSpPr>
          <p:cNvPr id="15" name="Shape 13"/>
          <p:cNvSpPr/>
          <p:nvPr/>
        </p:nvSpPr>
        <p:spPr>
          <a:xfrm>
            <a:off x="9491472" y="1234440"/>
            <a:ext cx="1874520" cy="914400"/>
          </a:xfrm>
          <a:prstGeom prst="roundRect">
            <a:avLst>
              <a:gd name="adj" fmla="val 9000"/>
            </a:avLst>
          </a:prstGeom>
          <a:solidFill>
            <a:srgbClr val="21C4A6"/>
          </a:solidFill>
          <a:ln/>
        </p:spPr>
      </p:sp>
      <p:sp>
        <p:nvSpPr>
          <p:cNvPr id="16" name="Text 14"/>
          <p:cNvSpPr/>
          <p:nvPr/>
        </p:nvSpPr>
        <p:spPr>
          <a:xfrm>
            <a:off x="9491472" y="1234440"/>
            <a:ext cx="1874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423160"/>
            <a:ext cx="5486400" cy="361188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6060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loaded using Pandas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dataset structure, columns, and missing values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study_time_hours and final_exam_score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missing values using dropna()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data: 80% training (800 samples), 20% testing (200 samples)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random_state=42 for reproducibility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423160"/>
            <a:ext cx="5394960" cy="3611880"/>
          </a:xfrm>
          <a:prstGeom prst="roundRect">
            <a:avLst>
              <a:gd name="adj" fmla="val 2532"/>
            </a:avLst>
          </a:prstGeom>
          <a:solidFill>
            <a:srgbClr val="21295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606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LINEAR REGRESSION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mx + c</a:t>
            </a:r>
            <a:endParaRPr lang="en-US" sz="4000" dirty="0"/>
          </a:p>
        </p:txBody>
      </p:sp>
      <p:sp>
        <p:nvSpPr>
          <p:cNvPr id="23" name="Shape 21"/>
          <p:cNvSpPr/>
          <p:nvPr/>
        </p:nvSpPr>
        <p:spPr>
          <a:xfrm>
            <a:off x="6492240" y="39776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77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397764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final exam score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92240" y="44531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4453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95160" y="445312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9286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928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492861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/ coefficient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492240" y="5404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5404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5404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9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1663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16636" y="1188720"/>
            <a:ext cx="265176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1663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663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379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differ from the actual score by ~6.91 points on average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5127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1276" y="1188720"/>
            <a:ext cx="265176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35127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5127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74.58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8843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 across the test set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8591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5916" y="1188720"/>
            <a:ext cx="2651760" cy="82296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618591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8591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8.64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32307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error, with larger errors penalized more strongly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20556" y="1188720"/>
            <a:ext cx="265176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6E2E8"/>
            </a:solidFill>
            <a:prstDash val="solid"/>
          </a:ln>
          <a:effectLst>
            <a:outerShdw blurRad="76200" dist="25400" dir="5400000" algn="bl" rotWithShape="0">
              <a:srgbClr val="44607A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20556" y="1188720"/>
            <a:ext cx="2651760" cy="82296"/>
          </a:xfrm>
          <a:prstGeom prst="rect">
            <a:avLst/>
          </a:prstGeom>
          <a:solidFill>
            <a:srgbClr val="21C4A6"/>
          </a:solidFill>
          <a:ln/>
        </p:spPr>
      </p:sp>
      <p:sp>
        <p:nvSpPr>
          <p:cNvPr id="20" name="Text 18"/>
          <p:cNvSpPr/>
          <p:nvPr/>
        </p:nvSpPr>
        <p:spPr>
          <a:xfrm>
            <a:off x="9020556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20556" y="169164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0.31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157716" y="242316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alone explains ~31% of score variation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2960" y="3429000"/>
            <a:ext cx="1051560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42900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D9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Exam Score = </a:t>
            </a:r>
            <a:r>
              <a:rPr lang="en-US" sz="2600" b="1" dirty="0">
                <a:solidFill>
                  <a:srgbClr val="21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3.99 </a:t>
            </a:r>
            <a:r>
              <a:rPr lang="en-US" sz="2200" dirty="0">
                <a:solidFill>
                  <a:srgbClr val="D9E6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 Study Time + </a:t>
            </a:r>
            <a:r>
              <a:rPr lang="en-US" sz="2600" b="1" dirty="0">
                <a:solidFill>
                  <a:srgbClr val="21C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69.45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280160" y="4663440"/>
            <a:ext cx="27432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44607A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280160" y="4663440"/>
            <a:ext cx="27432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= 3.99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206240" y="4663440"/>
            <a:ext cx="37490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76200" dist="25400" dir="5400000" algn="bl" rotWithShape="0">
              <a:srgbClr val="44607A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06240" y="4663440"/>
            <a:ext cx="374904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= 69.45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2960" y="54406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this fitted model, an additional hour of study time is associated with an estimated 3.99-point increase in predicted exam score — this reflects an association, not proof of a causal effect.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Prediction, Visualizations &amp;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B357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hours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980944" y="1339596"/>
            <a:ext cx="393192" cy="201168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6" name="Shape 4"/>
          <p:cNvSpPr/>
          <p:nvPr/>
        </p:nvSpPr>
        <p:spPr>
          <a:xfrm>
            <a:off x="3429000" y="100584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B3572"/>
          </a:solidFill>
          <a:ln/>
        </p:spPr>
      </p:sp>
      <p:sp>
        <p:nvSpPr>
          <p:cNvPr id="7" name="Text 5"/>
          <p:cNvSpPr/>
          <p:nvPr/>
        </p:nvSpPr>
        <p:spPr>
          <a:xfrm>
            <a:off x="3429000" y="1005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861304" y="1339596"/>
            <a:ext cx="393192" cy="201168"/>
          </a:xfrm>
          <a:prstGeom prst="rightArrow">
            <a:avLst/>
          </a:prstGeom>
          <a:solidFill>
            <a:srgbClr val="21C4A6"/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1005840"/>
            <a:ext cx="2377440" cy="868680"/>
          </a:xfrm>
          <a:prstGeom prst="roundRect">
            <a:avLst>
              <a:gd name="adj" fmla="val 9474"/>
            </a:avLst>
          </a:prstGeom>
          <a:solidFill>
            <a:srgbClr val="21C4A6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00584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Score</a:t>
            </a:r>
            <a:endParaRPr lang="en-US" sz="12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77.42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saved as student_score_model.pkl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44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Time vs Exam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4709160"/>
            <a:ext cx="2880360" cy="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429000"/>
            <a:ext cx="0" cy="1280160"/>
          </a:xfrm>
          <a:prstGeom prst="line">
            <a:avLst/>
          </a:prstGeom>
          <a:noFill/>
          <a:ln w="12700">
            <a:solidFill>
              <a:srgbClr val="C9D6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517136"/>
            <a:ext cx="2880360" cy="0"/>
          </a:xfrm>
          <a:prstGeom prst="line">
            <a:avLst/>
          </a:prstGeom>
          <a:noFill/>
          <a:ln w="28575">
            <a:solidFill>
              <a:srgbClr val="21C4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7105" y="4446727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1355141" y="429310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1643177" y="426750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1873606" y="4101084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2190445" y="4037076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2420874" y="3934663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2651303" y="3909060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2910535" y="3781044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0964" y="3729838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3429000" y="3627425"/>
            <a:ext cx="64008" cy="640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3044952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Score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52120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8640" y="5504688"/>
            <a:ext cx="3429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basic ML regression workflow demonstrated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1,000 student records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0.31 — study time alone gives limited explanation</a:t>
            </a:r>
            <a:endParaRPr lang="en-US" sz="10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generates predictions for new study-time values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251960" y="55046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300"/>
              </a:lnSpc>
              <a:buNone/>
            </a:pP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805422" y="3276136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1C4A6"/>
          </a:solidFill>
          <a:ln/>
        </p:spPr>
      </p:sp>
      <p:sp>
        <p:nvSpPr>
          <p:cNvPr id="47" name="Text 45"/>
          <p:cNvSpPr/>
          <p:nvPr/>
        </p:nvSpPr>
        <p:spPr>
          <a:xfrm>
            <a:off x="6805422" y="3267589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56137" y="3242677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735029" y="3267589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B3572"/>
          </a:solidFill>
          <a:ln/>
        </p:spPr>
      </p:sp>
      <p:sp>
        <p:nvSpPr>
          <p:cNvPr id="50" name="Text 48"/>
          <p:cNvSpPr/>
          <p:nvPr/>
        </p:nvSpPr>
        <p:spPr>
          <a:xfrm>
            <a:off x="7742980" y="3274148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414765" y="3274148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64636" y="3258922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B3572"/>
          </a:solidFill>
          <a:ln/>
        </p:spPr>
      </p:sp>
      <p:sp>
        <p:nvSpPr>
          <p:cNvPr id="53" name="Text 51"/>
          <p:cNvSpPr/>
          <p:nvPr/>
        </p:nvSpPr>
        <p:spPr>
          <a:xfrm>
            <a:off x="8649924" y="3274148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9342582" y="3258922"/>
            <a:ext cx="2560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C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571580" y="3278124"/>
            <a:ext cx="692658" cy="502920"/>
          </a:xfrm>
          <a:prstGeom prst="roundRect">
            <a:avLst>
              <a:gd name="adj" fmla="val 12727"/>
            </a:avLst>
          </a:prstGeom>
          <a:solidFill>
            <a:srgbClr val="2B3572"/>
          </a:solidFill>
          <a:ln/>
        </p:spPr>
      </p:sp>
      <p:sp>
        <p:nvSpPr>
          <p:cNvPr id="56" name="Text 54"/>
          <p:cNvSpPr/>
          <p:nvPr/>
        </p:nvSpPr>
        <p:spPr>
          <a:xfrm>
            <a:off x="9556868" y="3278124"/>
            <a:ext cx="69265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endParaRPr lang="en-US" sz="850" dirty="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850" dirty="0"/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A8CBFDD-E834-4D21-1571-1B6778A28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9" y="2345436"/>
            <a:ext cx="5301592" cy="26878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465</Words>
  <Application>Microsoft Office PowerPoint</Application>
  <PresentationFormat>Widescreen</PresentationFormat>
  <Paragraphs>125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REEYA PANDEY</cp:lastModifiedBy>
  <cp:revision>2</cp:revision>
  <dcterms:created xsi:type="dcterms:W3CDTF">2026-09-23T17:21:36Z</dcterms:created>
  <dcterms:modified xsi:type="dcterms:W3CDTF">2026-09-27T15:56:02Z</dcterms:modified>
</cp:coreProperties>
</file>