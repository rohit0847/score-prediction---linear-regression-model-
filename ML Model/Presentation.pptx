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137" d="100"/>
          <a:sy n="137" d="100"/>
        </p:scale>
        <p:origin x="-2395" y="-10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42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•  REGRESSION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Final Exam Score Prediction</a:t>
            </a:r>
            <a:endParaRPr lang="en-US" sz="3800" dirty="0"/>
          </a:p>
          <a:p>
            <a:pPr marL="0" indent="0" algn="ctr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Linear Regression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90956" y="2798064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900684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0684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Pandey - 27</a:t>
            </a:r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Pandey - 26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0148" y="2820924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</p:sp>
      <p:sp>
        <p:nvSpPr>
          <p:cNvPr id="8" name="Text 6"/>
          <p:cNvSpPr/>
          <p:nvPr/>
        </p:nvSpPr>
        <p:spPr>
          <a:xfrm>
            <a:off x="3607308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07308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AIML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6772" y="278892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</p:sp>
      <p:sp>
        <p:nvSpPr>
          <p:cNvPr id="11" name="Text 9"/>
          <p:cNvSpPr/>
          <p:nvPr/>
        </p:nvSpPr>
        <p:spPr>
          <a:xfrm>
            <a:off x="6313932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13932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83396" y="278892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</p:sp>
      <p:sp>
        <p:nvSpPr>
          <p:cNvPr id="14" name="Text 12"/>
          <p:cNvSpPr/>
          <p:nvPr/>
        </p:nvSpPr>
        <p:spPr>
          <a:xfrm>
            <a:off x="9020556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20556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(hrs) → Exam 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56716" y="4251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2868" y="4050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37286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48156" y="45079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Feature)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4508" y="4649724"/>
            <a:ext cx="548640" cy="256032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21" name="Shape 19"/>
          <p:cNvSpPr/>
          <p:nvPr/>
        </p:nvSpPr>
        <p:spPr>
          <a:xfrm>
            <a:off x="4677156" y="4251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21C4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3308" y="4050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1C4A6"/>
          </a:solidFill>
          <a:ln/>
        </p:spPr>
      </p:sp>
      <p:sp>
        <p:nvSpPr>
          <p:cNvPr id="23" name="Text 21"/>
          <p:cNvSpPr/>
          <p:nvPr/>
        </p:nvSpPr>
        <p:spPr>
          <a:xfrm>
            <a:off x="589330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68596" y="45079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4948" y="4649724"/>
            <a:ext cx="548640" cy="256032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7596" y="4251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3748" y="4050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941374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89036" y="45079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Exam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(Output)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regression model that estimates a student's final exam score from hours studied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a student's final exam score based on the amount of time they spend studying?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Machine Learning — Regression problem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the relationship between study time and exam performance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this relationship from historical student data and predicts a numerical score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5394960" cy="100584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study_time_hours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final_exam_score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188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169164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217920" y="22402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30768" y="15544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30768" y="169164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430768" y="22402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295351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309067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217920" y="363931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30768" y="295351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30768" y="309067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430768" y="363931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(parental_education)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4352544"/>
            <a:ext cx="4261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17920" y="4489704"/>
            <a:ext cx="4261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217920" y="5038344"/>
            <a:ext cx="4261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Used After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5806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full dataset has 12 columns, but this model uses only one input feature — study 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Model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15768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2990088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990088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82896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5157216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157216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50024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24344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24344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17152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9491472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21C4A6"/>
          </a:solidFill>
          <a:ln/>
        </p:spPr>
      </p:sp>
      <p:sp>
        <p:nvSpPr>
          <p:cNvPr id="16" name="Text 14"/>
          <p:cNvSpPr/>
          <p:nvPr/>
        </p:nvSpPr>
        <p:spPr>
          <a:xfrm>
            <a:off x="9491472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54864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loaded using Pandas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dataset structure, columns, and missing values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study_time_hours and final_exam_score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missing values using dropna()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data: 80% training (800 samples), 20% testing (200 samples)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random_state=42 for reproducibility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42316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LINEAR REGRESSION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mx + c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6492240" y="3977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3977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final exam score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4453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928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49286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/ coefficient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5404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5404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5404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663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6636" y="1188720"/>
            <a:ext cx="265176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663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379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differ from the actual score by ~6.91 points on average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127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1276" y="1188720"/>
            <a:ext cx="265176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35127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127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74.58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8843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across the test 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591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5916" y="1188720"/>
            <a:ext cx="265176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8591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591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2307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error, with larger errors penalized more strongly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2055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20556" y="1188720"/>
            <a:ext cx="2651760" cy="82296"/>
          </a:xfrm>
          <a:prstGeom prst="rect">
            <a:avLst/>
          </a:prstGeom>
          <a:solidFill>
            <a:srgbClr val="21C4A6"/>
          </a:solidFill>
          <a:ln/>
        </p:spPr>
      </p:sp>
      <p:sp>
        <p:nvSpPr>
          <p:cNvPr id="20" name="Text 18"/>
          <p:cNvSpPr/>
          <p:nvPr/>
        </p:nvSpPr>
        <p:spPr>
          <a:xfrm>
            <a:off x="902055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2055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15771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alone explains ~31% of score variation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4290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290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Exam Score = </a:t>
            </a:r>
            <a:r>
              <a:rPr lang="en-US" sz="2600" b="1" dirty="0">
                <a:solidFill>
                  <a:srgbClr val="21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3.99 </a:t>
            </a:r>
            <a:r>
              <a:rPr lang="en-US" sz="2200" dirty="0">
                <a:solidFill>
                  <a:srgbClr val="D9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Study Time + </a:t>
            </a:r>
            <a:r>
              <a:rPr lang="en-US" sz="2600" b="1" dirty="0">
                <a:solidFill>
                  <a:srgbClr val="21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69.45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280160" y="4663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44607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8016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3.99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06240" y="466344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44607A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06240" y="4663440"/>
            <a:ext cx="3749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= 69.45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fitted model, an additional hour of study time is associated with an estimated 3.99-point increase in predicted exam score — this reflects an association, not proof of a causal effect.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Prediction, Visualizations &amp;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2B357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hours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80944" y="1339596"/>
            <a:ext cx="393192" cy="201168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100584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2B3572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005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61304" y="1339596"/>
            <a:ext cx="393192" cy="201168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00584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21C4A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005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Score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77.42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saved as student_score_model.pkl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44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vs Exam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709160"/>
            <a:ext cx="288036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29000"/>
            <a:ext cx="0" cy="128016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517136"/>
            <a:ext cx="2880360" cy="0"/>
          </a:xfrm>
          <a:prstGeom prst="line">
            <a:avLst/>
          </a:prstGeom>
          <a:noFill/>
          <a:ln w="28575">
            <a:solidFill>
              <a:srgbClr val="21C4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7105" y="4446727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5141" y="429310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3177" y="426750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873606" y="4101084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445" y="4037076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0874" y="3934663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51303" y="39090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0535" y="3781044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0964" y="372983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362742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3044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Score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212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5504688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basic ML regression workflow demonstrated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1,000 student records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0.31 — study time alone gives limited explanation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predictions for new study-time values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251960" y="55046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805422" y="3276136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1C4A6"/>
          </a:solidFill>
          <a:ln/>
        </p:spPr>
      </p:sp>
      <p:sp>
        <p:nvSpPr>
          <p:cNvPr id="47" name="Text 45"/>
          <p:cNvSpPr/>
          <p:nvPr/>
        </p:nvSpPr>
        <p:spPr>
          <a:xfrm>
            <a:off x="6805422" y="3267589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56137" y="3242677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35029" y="3267589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B3572"/>
          </a:solidFill>
          <a:ln/>
        </p:spPr>
      </p:sp>
      <p:sp>
        <p:nvSpPr>
          <p:cNvPr id="50" name="Text 48"/>
          <p:cNvSpPr/>
          <p:nvPr/>
        </p:nvSpPr>
        <p:spPr>
          <a:xfrm>
            <a:off x="7742980" y="3274148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414765" y="327414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64636" y="3258922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B3572"/>
          </a:solidFill>
          <a:ln/>
        </p:spPr>
      </p:sp>
      <p:sp>
        <p:nvSpPr>
          <p:cNvPr id="53" name="Text 51"/>
          <p:cNvSpPr/>
          <p:nvPr/>
        </p:nvSpPr>
        <p:spPr>
          <a:xfrm>
            <a:off x="8649924" y="3274148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342582" y="3258922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571580" y="3278124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B3572"/>
          </a:solidFill>
          <a:ln/>
        </p:spPr>
      </p:sp>
      <p:sp>
        <p:nvSpPr>
          <p:cNvPr id="56" name="Text 54"/>
          <p:cNvSpPr/>
          <p:nvPr/>
        </p:nvSpPr>
        <p:spPr>
          <a:xfrm>
            <a:off x="9556868" y="3278124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8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A8CBFDD-E834-4D21-1571-1B6778A2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9" y="2345436"/>
            <a:ext cx="5301592" cy="26878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471</Words>
  <Application>Microsoft Office PowerPoint</Application>
  <PresentationFormat>Widescreen</PresentationFormat>
  <Paragraphs>126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REEYA PANDEY</cp:lastModifiedBy>
  <cp:revision>2</cp:revision>
  <dcterms:created xsi:type="dcterms:W3CDTF">2026-09-23T17:21:36Z</dcterms:created>
  <dcterms:modified xsi:type="dcterms:W3CDTF">2026-09-23T18:18:43Z</dcterms:modified>
</cp:coreProperties>
</file>